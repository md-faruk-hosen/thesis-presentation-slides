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8806F-3628-4923-B772-57362DC0AD5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146AB-30FE-4873-B21C-F7AF293AF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6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51B1669-BCA2-41FB-9465-D14CEAFA6769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1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C7AF-9F69-4886-8382-035ABC489720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DF8F-B859-48DE-81EF-6FB790D5A355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0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FD9-A895-4631-A7E7-49DEEA5D403E}" type="datetime1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0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7E59-F2F4-4005-8D3D-87E27422AEF5}" type="datetime1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4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5A0AB-1E00-4525-88C3-0A25FF27F098}" type="datetime1">
              <a:rPr lang="en-US" smtClean="0"/>
              <a:t>11/8/2022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2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AAB7-FDA6-4D26-869A-6487A4898298}" type="datetime1">
              <a:rPr lang="en-US" smtClean="0"/>
              <a:t>11/8/2022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89ECC-AC7A-4383-9652-575719316A5D}" type="datetime1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5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7947-E034-4BDA-ABA8-1A31E4AA7B6D}" type="datetime1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9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7846-66E4-40FE-BA10-B5D9C7808E0B}" type="datetime1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7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8BC5D-01EF-4447-91C8-E3B5B66C39B6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28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77BB-4665-4EE7-BFB2-3F288BC7DD45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4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13FF-594D-43D7-9BAF-CB5728929D14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40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C033-53FD-47B3-B3B6-DF9008BBB91C}" type="datetime1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19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F0C0-B479-428C-9F47-A62EB76437D0}" type="datetime1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45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B5EB2E6-E5FB-41AC-A8C5-BA02C97E4C6D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4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AD5F5F0-70E8-4C96-9A38-4777B6F49EC6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3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99B11B-AB14-4534-A762-A6ADA98566C2}" type="datetime1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E39BAB8-7189-4C64-B0AA-B0E4F54B0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8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AB1CD-4CA8-DC22-4C85-A5C5D314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4F218-28A3-1FC0-339D-9D5F0407858F}"/>
              </a:ext>
            </a:extLst>
          </p:cNvPr>
          <p:cNvSpPr txBox="1"/>
          <p:nvPr/>
        </p:nvSpPr>
        <p:spPr>
          <a:xfrm>
            <a:off x="1828801" y="1491175"/>
            <a:ext cx="8032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xiata Bold" panose="020B0803060202020004" pitchFamily="34" charset="0"/>
                <a:cs typeface="Axiata Bold" panose="020B0803060202020004" pitchFamily="34" charset="0"/>
              </a:rPr>
              <a:t>Class Topic: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36DB4-A270-021D-E2E9-EC38647DBC13}"/>
              </a:ext>
            </a:extLst>
          </p:cNvPr>
          <p:cNvSpPr txBox="1"/>
          <p:nvPr/>
        </p:nvSpPr>
        <p:spPr>
          <a:xfrm>
            <a:off x="2785404" y="2391507"/>
            <a:ext cx="6119446" cy="25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u="sng" dirty="0">
                <a:latin typeface="Arial Rounded MT Bold" panose="020F0704030504030204" pitchFamily="34" charset="0"/>
              </a:rPr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US" sz="2800" dirty="0" err="1">
                <a:latin typeface="Arial Rounded MT Bold" panose="020F0704030504030204" pitchFamily="34" charset="0"/>
              </a:rPr>
              <a:t>Zannatul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Mawa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Koli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dirty="0">
                <a:latin typeface="Arial Rounded MT Bold" panose="020F0704030504030204" pitchFamily="34" charset="0"/>
              </a:rPr>
              <a:t>Roll No. : 22023280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latin typeface="Arial Rounded MT Bold" panose="020F0704030504030204" pitchFamily="34" charset="0"/>
              </a:rPr>
              <a:t>Tracking No. : 229673</a:t>
            </a:r>
          </a:p>
        </p:txBody>
      </p:sp>
    </p:spTree>
    <p:extLst>
      <p:ext uri="{BB962C8B-B14F-4D97-AF65-F5344CB8AC3E}">
        <p14:creationId xmlns:p14="http://schemas.microsoft.com/office/powerpoint/2010/main" val="202888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61FD6A-BEDD-B9FD-AFF0-C26C7E4A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E2310-F02F-E4BD-2433-9DB110A780E7}"/>
              </a:ext>
            </a:extLst>
          </p:cNvPr>
          <p:cNvSpPr txBox="1"/>
          <p:nvPr/>
        </p:nvSpPr>
        <p:spPr>
          <a:xfrm>
            <a:off x="4483380" y="758250"/>
            <a:ext cx="6288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xiata Bold" panose="020B0803060202020004" pitchFamily="34" charset="0"/>
                <a:cs typeface="Axiata Bold" panose="020B0803060202020004" pitchFamily="34" charset="0"/>
              </a:rPr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5D820-CF30-8B92-134B-E1A63B06DC09}"/>
              </a:ext>
            </a:extLst>
          </p:cNvPr>
          <p:cNvSpPr txBox="1"/>
          <p:nvPr/>
        </p:nvSpPr>
        <p:spPr>
          <a:xfrm>
            <a:off x="2907799" y="1914589"/>
            <a:ext cx="78638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What is machine learning?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Different areas of machine 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Machine learning methods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Training set and test set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Supervised 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Unsupervised 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Reinforcement 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Rounded MT Bold" panose="020F0704030504030204" pitchFamily="34" charset="0"/>
              </a:rPr>
              <a:t>Conclusions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2A46D-C26C-2D2A-B8FD-FDF2E60C7551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84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8DB10F-A128-D62A-0F0D-F7955A97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F659A-F1CD-80EC-AAB7-912B842D2484}"/>
              </a:ext>
            </a:extLst>
          </p:cNvPr>
          <p:cNvSpPr txBox="1"/>
          <p:nvPr/>
        </p:nvSpPr>
        <p:spPr>
          <a:xfrm>
            <a:off x="3046828" y="801806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What is machine learning?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3F88C3-F230-604C-F712-3DC0D495A2D2}"/>
              </a:ext>
            </a:extLst>
          </p:cNvPr>
          <p:cNvSpPr txBox="1"/>
          <p:nvPr/>
        </p:nvSpPr>
        <p:spPr>
          <a:xfrm>
            <a:off x="1110066" y="1707867"/>
            <a:ext cx="9242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uilding computer systems that automatically improve with experience.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earn from data, build models from data and this model can be used for different tasks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F8F45-8F00-57AA-8E86-B2CE1CCAE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48" y="3149926"/>
            <a:ext cx="4110746" cy="3156544"/>
          </a:xfrm>
          <a:prstGeom prst="rect">
            <a:avLst/>
          </a:prstGeom>
          <a:noFill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648800-A3BC-CAB1-D73B-0D71BB123986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34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B1CE6-6B7B-2F98-D0B5-67F37DB7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8FB11-7B90-068A-9F2E-408AD09BCA3A}"/>
              </a:ext>
            </a:extLst>
          </p:cNvPr>
          <p:cNvSpPr txBox="1"/>
          <p:nvPr/>
        </p:nvSpPr>
        <p:spPr>
          <a:xfrm>
            <a:off x="2430193" y="801806"/>
            <a:ext cx="6952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Different areas of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07799-B99B-0D95-16DD-7A38F3985339}"/>
              </a:ext>
            </a:extLst>
          </p:cNvPr>
          <p:cNvSpPr txBox="1"/>
          <p:nvPr/>
        </p:nvSpPr>
        <p:spPr>
          <a:xfrm>
            <a:off x="3052690" y="2053883"/>
            <a:ext cx="82577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search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Computational biology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processing and computer vision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FBEB28-7696-9875-D1CC-AF9A234BE8B0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1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2589D-B194-3F47-CAE5-579FB317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51DC1-97D5-76BD-59B9-0A6CDC79F84E}"/>
              </a:ext>
            </a:extLst>
          </p:cNvPr>
          <p:cNvSpPr txBox="1"/>
          <p:nvPr/>
        </p:nvSpPr>
        <p:spPr>
          <a:xfrm>
            <a:off x="3316458" y="801806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Machine learning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D0405-EAD0-5560-899A-E54D25BE40FC}"/>
              </a:ext>
            </a:extLst>
          </p:cNvPr>
          <p:cNvSpPr txBox="1"/>
          <p:nvPr/>
        </p:nvSpPr>
        <p:spPr>
          <a:xfrm>
            <a:off x="3938954" y="2295976"/>
            <a:ext cx="5627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BEAE80-9A21-C31F-AEE0-36AD542A8EBF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84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5DCEC-FAFD-4EC4-FEF2-5A7A586F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EFC5E-F834-4777-43A4-AC333EDA7039}"/>
              </a:ext>
            </a:extLst>
          </p:cNvPr>
          <p:cNvSpPr txBox="1"/>
          <p:nvPr/>
        </p:nvSpPr>
        <p:spPr>
          <a:xfrm>
            <a:off x="2185181" y="2595824"/>
            <a:ext cx="7821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sed during the learning process.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upervised learning algorithm looks at the training dataset to determine, or learn, the optimal combinations of variables that will generate a good predictive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A32A0-9C0E-AC88-36C9-81A5F4ED01F7}"/>
              </a:ext>
            </a:extLst>
          </p:cNvPr>
          <p:cNvSpPr txBox="1"/>
          <p:nvPr/>
        </p:nvSpPr>
        <p:spPr>
          <a:xfrm>
            <a:off x="3471203" y="807819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Training set and test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43473-A3B1-7E55-2473-438A3F8CE35F}"/>
              </a:ext>
            </a:extLst>
          </p:cNvPr>
          <p:cNvSpPr txBox="1"/>
          <p:nvPr/>
        </p:nvSpPr>
        <p:spPr>
          <a:xfrm>
            <a:off x="1406770" y="2134159"/>
            <a:ext cx="253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2D0F8-024E-D864-6062-277AD2F7835A}"/>
              </a:ext>
            </a:extLst>
          </p:cNvPr>
          <p:cNvSpPr txBox="1"/>
          <p:nvPr/>
        </p:nvSpPr>
        <p:spPr>
          <a:xfrm>
            <a:off x="1406770" y="4150095"/>
            <a:ext cx="191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3DE3C-1C6F-BAD5-61AB-4D6C1F202A75}"/>
              </a:ext>
            </a:extLst>
          </p:cNvPr>
          <p:cNvSpPr txBox="1"/>
          <p:nvPr/>
        </p:nvSpPr>
        <p:spPr>
          <a:xfrm>
            <a:off x="2363373" y="4712677"/>
            <a:ext cx="7643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ontains the data on which we test the trained and validated model.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ells us how efficient our overall model is and how likely is it going to predict something.</a:t>
            </a:r>
            <a:endParaRPr lang="en-US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3FE151-3265-6D18-8183-C54FDB1E0592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47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3EA43-3BD7-1525-6D30-4288947D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2D67-718C-208A-A596-C7F6EDB715CB}"/>
              </a:ext>
            </a:extLst>
          </p:cNvPr>
          <p:cNvSpPr txBox="1"/>
          <p:nvPr/>
        </p:nvSpPr>
        <p:spPr>
          <a:xfrm>
            <a:off x="3854546" y="818537"/>
            <a:ext cx="6035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Supervised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39B01-04E8-8B8D-8B28-91A60235F3F0}"/>
              </a:ext>
            </a:extLst>
          </p:cNvPr>
          <p:cNvSpPr txBox="1"/>
          <p:nvPr/>
        </p:nvSpPr>
        <p:spPr>
          <a:xfrm>
            <a:off x="1688121" y="1852126"/>
            <a:ext cx="82014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rained on labeled data.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the end of the training, the algorithm has an idea of how the data works and the relationship between the input and the output.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Linear regression, SVM, KNN etc.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18E493C3-5602-3B58-5C0B-0C08C985EA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1" t="5696" r="5625" b="13206"/>
          <a:stretch/>
        </p:blipFill>
        <p:spPr>
          <a:xfrm>
            <a:off x="2982350" y="3510527"/>
            <a:ext cx="5613009" cy="28693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67631A-B6E3-F79A-5D47-830407233C2E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17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646E4-695B-8D2F-ADB5-40C0744E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E2FCE-CEFB-BF53-6A7F-632AD5592040}"/>
              </a:ext>
            </a:extLst>
          </p:cNvPr>
          <p:cNvSpPr txBox="1"/>
          <p:nvPr/>
        </p:nvSpPr>
        <p:spPr>
          <a:xfrm>
            <a:off x="3573194" y="801806"/>
            <a:ext cx="6035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Unsupervised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E19CD-8D1B-7CD0-A3AF-7271D361DD64}"/>
              </a:ext>
            </a:extLst>
          </p:cNvPr>
          <p:cNvSpPr txBox="1"/>
          <p:nvPr/>
        </p:nvSpPr>
        <p:spPr>
          <a:xfrm>
            <a:off x="1927273" y="2014644"/>
            <a:ext cx="5190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ork with unlabeled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Create structures among the unlabeled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Examples: 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means, clustering etc.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ABA2223-0719-6340-6841-DC4606553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938" y="3326031"/>
            <a:ext cx="4960278" cy="278892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A75D40-0A99-9852-83C6-154FF178D0F4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6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E593A-ED67-80B4-DA8A-79A3D3AC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015CE-0356-73A3-8283-176F631FB559}"/>
              </a:ext>
            </a:extLst>
          </p:cNvPr>
          <p:cNvSpPr txBox="1"/>
          <p:nvPr/>
        </p:nvSpPr>
        <p:spPr>
          <a:xfrm>
            <a:off x="3601329" y="782588"/>
            <a:ext cx="6035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Reinforcement</a:t>
            </a:r>
            <a:r>
              <a:rPr lang="en-US" sz="2800" dirty="0">
                <a:latin typeface="Axiata Bold" panose="020B0803060202020004" pitchFamily="34" charset="0"/>
                <a:cs typeface="Axiata Bold" panose="020B0803060202020004" pitchFamily="34" charset="0"/>
              </a:rPr>
              <a:t>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1CDAA-D36C-7944-05D6-22563EFCBE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448"/>
          <a:stretch/>
        </p:blipFill>
        <p:spPr>
          <a:xfrm>
            <a:off x="3239745" y="3429000"/>
            <a:ext cx="5712509" cy="2646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D7FDE-C377-F02E-0C89-89A461A1D530}"/>
              </a:ext>
            </a:extLst>
          </p:cNvPr>
          <p:cNvSpPr txBox="1"/>
          <p:nvPr/>
        </p:nvSpPr>
        <p:spPr>
          <a:xfrm>
            <a:off x="1631853" y="2253008"/>
            <a:ext cx="6738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based algorithm.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learns by its own experience.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core part of Artificial intelligence.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F2DEDB-0BB6-89AE-1372-3947BC06B0BF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51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AE818-A58E-3C25-9AC9-D70F0E33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BAB8-7189-4C64-B0AA-B0E4F54B0E68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8B020-51BF-1390-177A-89D87A30F61B}"/>
              </a:ext>
            </a:extLst>
          </p:cNvPr>
          <p:cNvSpPr txBox="1"/>
          <p:nvPr/>
        </p:nvSpPr>
        <p:spPr>
          <a:xfrm>
            <a:off x="4317500" y="801806"/>
            <a:ext cx="6035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Conclusions</a:t>
            </a:r>
            <a:endParaRPr lang="en-US" sz="2800" dirty="0">
              <a:latin typeface="Axiata Bold" panose="020B0803060202020004" pitchFamily="34" charset="0"/>
              <a:cs typeface="Axiata Bold" panose="020B08030602020200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D19B3-EDAC-420A-EDFB-11B153E2DA1E}"/>
              </a:ext>
            </a:extLst>
          </p:cNvPr>
          <p:cNvSpPr txBox="1"/>
          <p:nvPr/>
        </p:nvSpPr>
        <p:spPr>
          <a:xfrm>
            <a:off x="2478204" y="2706726"/>
            <a:ext cx="9713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of Artificial intelligence.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learn from data to provide accurate output.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concerned about accuracy and patterns.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FA8EFB-B867-D8E9-8F12-2BF5473163A6}"/>
              </a:ext>
            </a:extLst>
          </p:cNvPr>
          <p:cNvCxnSpPr/>
          <p:nvPr/>
        </p:nvCxnSpPr>
        <p:spPr>
          <a:xfrm>
            <a:off x="0" y="146613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025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</TotalTime>
  <Words>304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Axiata Bold</vt:lpstr>
      <vt:lpstr>Calibri</vt:lpstr>
      <vt:lpstr>Century Gothic</vt:lpstr>
      <vt:lpstr>Times New Roman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 of heaven</dc:creator>
  <cp:lastModifiedBy>sea of heaven</cp:lastModifiedBy>
  <cp:revision>9</cp:revision>
  <dcterms:created xsi:type="dcterms:W3CDTF">2022-11-07T12:18:08Z</dcterms:created>
  <dcterms:modified xsi:type="dcterms:W3CDTF">2022-11-08T05:56:15Z</dcterms:modified>
</cp:coreProperties>
</file>