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7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9" r:id="rId11"/>
    <p:sldId id="270" r:id="rId12"/>
    <p:sldId id="268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9F4D0-BADF-405B-9451-029EB6B01648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0DF94-183A-4145-A792-53B261EEE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97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5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2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0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02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382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31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46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61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18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2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4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71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46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280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57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90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11/8/2022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37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11/8/2022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90334C-D800-4563-9892-BF85FB7D8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2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931FC-BB25-E7C9-950E-C39D95740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5061" y="2239617"/>
            <a:ext cx="9700591" cy="96741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E45331-B8E3-E6B8-6D93-8C55B189F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5377" y="3313044"/>
            <a:ext cx="6815232" cy="2968486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Aukerul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Shuvo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CSE, RUET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November 2022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561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0B3EE-6DE0-8C72-5832-3DD4B4A03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28154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FAC7E-9510-8C73-F94C-78834D771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313709"/>
            <a:ext cx="10018713" cy="3366655"/>
          </a:xfrm>
        </p:spPr>
        <p:txBody>
          <a:bodyPr>
            <a:normAutofit/>
          </a:bodyPr>
          <a:lstStyle/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Brain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Neuron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in Biological Systems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Neuron Model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Architecture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Applications, Advantages and Disadvantages of Neural Networks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F32D6-274F-6CCB-6599-E31F478A6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530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1DDC-22EA-BF1D-A7DC-F1668A0E3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A6F1E-B70B-D7A0-DD73-F740263D4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7000"/>
            <a:ext cx="10018713" cy="2143540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know about the human brain.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important concepts and theories of neural networks (NNs).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how NNs can be designed and trained.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have an appreciation of some of the limitations and possibilities of NNs.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652CF-3F08-E6A3-CB41-A2A44B19E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989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B592E61-8159-5387-15FA-4042FB8729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263" y="1468582"/>
            <a:ext cx="5781761" cy="384487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04F9B-E933-F743-3812-5DA60F085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4312" y="1325217"/>
            <a:ext cx="4059859" cy="4399722"/>
          </a:xfrm>
        </p:spPr>
        <p:txBody>
          <a:bodyPr>
            <a:normAutofit/>
          </a:bodyPr>
          <a:lstStyle/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Computing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problem solving methodology which attempts to mimic how human brain functions.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249B8D-07D6-A3B0-B177-E8C36D034EFC}"/>
              </a:ext>
            </a:extLst>
          </p:cNvPr>
          <p:cNvSpPr txBox="1"/>
          <p:nvPr/>
        </p:nvSpPr>
        <p:spPr>
          <a:xfrm>
            <a:off x="5913484" y="5499651"/>
            <a:ext cx="5412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Learning a new language by a person establishes a neural circle in the brain.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B1FEA1-75CF-5545-129C-182584E2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468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462F-B532-A810-763C-AF6103C62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724" y="1272209"/>
            <a:ext cx="5426158" cy="675861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Brain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A413FC5F-5B38-B6A3-5B75-9E1EE60E94B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58" r="20758"/>
          <a:stretch>
            <a:fillRect/>
          </a:stretch>
        </p:blipFill>
        <p:spPr>
          <a:xfrm flipH="1">
            <a:off x="7594600" y="1272208"/>
            <a:ext cx="3700587" cy="42141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94049-4226-85F7-8A36-AB672291F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2724" y="2729948"/>
            <a:ext cx="5426158" cy="2292626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human brain is composed of approximately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billion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neuron may be connected to up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10,000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other neurons.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E31AB-C77E-95CB-1D80-165B751B1910}"/>
              </a:ext>
            </a:extLst>
          </p:cNvPr>
          <p:cNvSpPr txBox="1"/>
          <p:nvPr/>
        </p:nvSpPr>
        <p:spPr>
          <a:xfrm>
            <a:off x="7755755" y="5610565"/>
            <a:ext cx="3389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The Human Brain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5F6D31F-CB50-5490-3751-7EFACFC9E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48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AB8CA-F534-DCB5-8957-230553A4A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67" y="627472"/>
            <a:ext cx="10018713" cy="101400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Neuron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0FF71B9-0296-9BED-E7BD-0D9D320C83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452" y="1881809"/>
            <a:ext cx="7222435" cy="333471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98BC35-AEF9-5FF0-FD9D-F47D62AFD16E}"/>
              </a:ext>
            </a:extLst>
          </p:cNvPr>
          <p:cNvSpPr txBox="1"/>
          <p:nvPr/>
        </p:nvSpPr>
        <p:spPr>
          <a:xfrm>
            <a:off x="3220279" y="5610565"/>
            <a:ext cx="6268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The Basic Features of a Biological Neuron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3EDA8F-4247-7815-E5AD-853DC6A7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z="1600" smtClean="0"/>
              <a:t>6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84329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E2BA-B941-0FA7-4A34-DF032329F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1159672"/>
            <a:ext cx="4611688" cy="1172712"/>
          </a:xfrm>
        </p:spPr>
        <p:txBody>
          <a:bodyPr>
            <a:noAutofit/>
          </a:bodyPr>
          <a:lstStyle/>
          <a:p>
            <a:pPr lvl="2"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in Biological Systems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C5C32F-13D6-2FD6-A4DE-74BCCC7B3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003" y="1159671"/>
            <a:ext cx="4846831" cy="432662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B956C-E693-5624-3282-F980F8681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4312" y="2862469"/>
            <a:ext cx="4227375" cy="2107095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Neurotransmitters released from the synaptic vesicles diffuse across the synaptic cleft and trigger the receptors on the dendrite.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D36AB7-D64C-358C-EE64-AFAFD84A5C32}"/>
              </a:ext>
            </a:extLst>
          </p:cNvPr>
          <p:cNvSpPr txBox="1"/>
          <p:nvPr/>
        </p:nvSpPr>
        <p:spPr>
          <a:xfrm>
            <a:off x="6338002" y="5610565"/>
            <a:ext cx="4846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Schematic Representation of Synapse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ECCCCE-A31E-8F99-0230-BD89F4C17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258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0E86-F64A-15BF-BD83-CB7D437B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28877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Neuron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5DAF6-E364-6A91-BE23-538E627BF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3" y="2040837"/>
            <a:ext cx="5208035" cy="345046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composed of—</a:t>
            </a:r>
          </a:p>
          <a:p>
            <a:pPr marL="3429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set of inputs x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...,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24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 marL="3429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 weights w</a:t>
            </a:r>
            <a:r>
              <a:rPr lang="en-US" sz="24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...,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4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 marL="3429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bias b,</a:t>
            </a:r>
          </a:p>
          <a:p>
            <a:pPr marL="3429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activation function f and</a:t>
            </a:r>
          </a:p>
          <a:p>
            <a:pPr marL="3429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y.</a:t>
            </a:r>
          </a:p>
          <a:p>
            <a:pPr marL="0" indent="0" algn="l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the bias b is considered the weight of a fixed unit input.</a:t>
            </a:r>
          </a:p>
        </p:txBody>
      </p:sp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03E48620-D453-ECE8-6086-6485618F50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383" y="2067006"/>
            <a:ext cx="4531641" cy="335113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0A711E-25E7-9C42-B305-C51EE4944482}"/>
              </a:ext>
            </a:extLst>
          </p:cNvPr>
          <p:cNvSpPr txBox="1"/>
          <p:nvPr/>
        </p:nvSpPr>
        <p:spPr>
          <a:xfrm>
            <a:off x="6877878" y="5464793"/>
            <a:ext cx="47575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Illustration of a Basic Neuron Model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6589C9-7E5F-8584-A844-BE76B0E90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z="1600" smtClean="0"/>
              <a:t>8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30822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0D877-A636-3300-86A6-25DD2A6B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012207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Architecture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CCB9DB5-81E7-C3DC-092D-44ED6BB5B0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400" y="1908218"/>
            <a:ext cx="9164533" cy="304156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FBC0C5-2625-22D0-531A-9F07302E18C7}"/>
              </a:ext>
            </a:extLst>
          </p:cNvPr>
          <p:cNvSpPr txBox="1"/>
          <p:nvPr/>
        </p:nvSpPr>
        <p:spPr>
          <a:xfrm>
            <a:off x="1484309" y="5159992"/>
            <a:ext cx="100187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(a) Simple neural network architecture; (b) Simple architecture of deep neural network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6641FD1-D24E-81DD-3D00-5E24922A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839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E9412-1B73-7749-0A30-42FCF9B01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09600"/>
            <a:ext cx="10018713" cy="1046922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Neural Networks (NNs)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EB0D2-2F2C-C8C8-4210-1AB5728C1F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3" y="2067339"/>
            <a:ext cx="3750296" cy="3392557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 and categorization,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Paraphrase detection,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etc.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AB756-A516-BF76-F728-3B288545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315D46-3AC2-3169-EDF9-053C715BA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256" y="1656522"/>
            <a:ext cx="5189600" cy="40738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0592BA-B60C-8FA8-E862-DCBC25CB33BC}"/>
              </a:ext>
            </a:extLst>
          </p:cNvPr>
          <p:cNvSpPr txBox="1"/>
          <p:nvPr/>
        </p:nvSpPr>
        <p:spPr>
          <a:xfrm>
            <a:off x="5698437" y="5782847"/>
            <a:ext cx="52534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Applications of Neural Networks or Artificial Neural Networks (ANNs)</a:t>
            </a:r>
          </a:p>
        </p:txBody>
      </p:sp>
    </p:spTree>
    <p:extLst>
      <p:ext uri="{BB962C8B-B14F-4D97-AF65-F5344CB8AC3E}">
        <p14:creationId xmlns:p14="http://schemas.microsoft.com/office/powerpoint/2010/main" val="259266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B109-7D08-AAC2-C32A-006A89A04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1"/>
            <a:ext cx="10018712" cy="838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 of NNs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6D193-043F-E436-5046-C60AF7AF9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2" y="1828800"/>
            <a:ext cx="5123655" cy="3962400"/>
          </a:xfrm>
        </p:spPr>
        <p:txBody>
          <a:bodyPr>
            <a:noAutofit/>
          </a:bodyPr>
          <a:lstStyle/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 parallel processing ability and numerical strength that performs more than one task at the same time.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of one element of the network does not affect the working of the whole system. This characteristic makes it fault-tolerant.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neural network learns from the experience and does not need reprogramming.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23715C-90F8-C0BC-60FF-7C00A0EBE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98365" y="1920876"/>
            <a:ext cx="4704658" cy="3962399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black-box nature is the most prominent disadvantage. It does not give the proper explanation of determining the output and reduces trust in the network.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duration of the development of the network is unknown.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assurance of proper network structure. There is no proper rule to determine the structure.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AD786-1A21-C066-6CF1-731FBC9F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334C-D800-4563-9892-BF85FB7D88FE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83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1768-4AF3-5125-FE4C-0D383629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799"/>
            <a:ext cx="10018711" cy="84413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Terms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67EDC-2F99-1F1C-07C0-7A8951692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1529936"/>
            <a:ext cx="10018713" cy="4353339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composed of artificial input neurons and brings the initial data into the system for further processing by subsequent layers of artificial neurons.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final layer in the neural network where desired predictions are obtained.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Layer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layer in between input layers and output layers, where artificial neurons take in a set of weighted inputs and produce an output through an activation function. layers.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parameters within a neural network that transforms input data within the network's hidden.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defined as the constant which is added to the product of features and weights.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put at the end of or in between neural networks to help deciding if the neuron would fire or not.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A90219F3-59A2-BD09-3F9A-F0DC9902F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1856" y="5883275"/>
            <a:ext cx="551167" cy="365125"/>
          </a:xfrm>
        </p:spPr>
        <p:txBody>
          <a:bodyPr/>
          <a:lstStyle/>
          <a:p>
            <a:fld id="{4A90334C-D800-4563-9892-BF85FB7D88FE}" type="slidenum">
              <a:rPr lang="en-US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40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ED1F4-CB40-355B-D313-69DFD245E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62391-0850-F29B-1BDA-8CB1438BB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10018712" cy="1971262"/>
          </a:xfrm>
        </p:spPr>
        <p:txBody>
          <a:bodyPr>
            <a:normAutofit fontScale="92500" lnSpcReduction="10000"/>
          </a:bodyPr>
          <a:lstStyle/>
          <a:p>
            <a:pPr algn="l" rtl="0"/>
            <a:r>
              <a:rPr lang="en-US" sz="2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“Neural computing - an 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ntroduction” 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 R Beale, T Jackson</a:t>
            </a:r>
          </a:p>
          <a:p>
            <a:pPr algn="l" rtl="0"/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“Introduction to Neural Networks and Their Applications” by Arron Gilbert [https://slideplayer.com/slide/8075724/]</a:t>
            </a:r>
          </a:p>
          <a:p>
            <a:r>
              <a:rPr lang="en-US" sz="2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Artificial Neural Network – Applications, Algorithms and Examples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[https://techvidvan.com/tutorials/artificial-neural-network/]</a:t>
            </a:r>
          </a:p>
        </p:txBody>
      </p:sp>
    </p:spTree>
    <p:extLst>
      <p:ext uri="{BB962C8B-B14F-4D97-AF65-F5344CB8AC3E}">
        <p14:creationId xmlns:p14="http://schemas.microsoft.com/office/powerpoint/2010/main" val="4286445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CD430-F0E2-0C71-C97A-861B58BA8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2280" y="1815549"/>
            <a:ext cx="7671650" cy="161345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Question?</a:t>
            </a:r>
          </a:p>
        </p:txBody>
      </p:sp>
    </p:spTree>
    <p:extLst>
      <p:ext uri="{BB962C8B-B14F-4D97-AF65-F5344CB8AC3E}">
        <p14:creationId xmlns:p14="http://schemas.microsoft.com/office/powerpoint/2010/main" val="29018499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221</TotalTime>
  <Words>632</Words>
  <Application>Microsoft Office PowerPoint</Application>
  <PresentationFormat>Widescreen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Corbel</vt:lpstr>
      <vt:lpstr>Georgia</vt:lpstr>
      <vt:lpstr>Times New Roman</vt:lpstr>
      <vt:lpstr>Parallax</vt:lpstr>
      <vt:lpstr>Introduction to Neural Networks</vt:lpstr>
      <vt:lpstr>Outline</vt:lpstr>
      <vt:lpstr>Objectives</vt:lpstr>
      <vt:lpstr>PowerPoint Presentation</vt:lpstr>
      <vt:lpstr>Human Brain</vt:lpstr>
      <vt:lpstr>Biological Neuron</vt:lpstr>
      <vt:lpstr>Learning in Biological Systems</vt:lpstr>
      <vt:lpstr>Basic Neuron Model</vt:lpstr>
      <vt:lpstr>Neural Network Architecture</vt:lpstr>
      <vt:lpstr>Applications of Neural Networks (NNs)</vt:lpstr>
      <vt:lpstr>Advantages and Disadvantages of NNs</vt:lpstr>
      <vt:lpstr>Related Terms</vt:lpstr>
      <vt:lpstr>References</vt:lpstr>
      <vt:lpstr>Thank You!  Any Question?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Neural Networks</dc:title>
  <dc:creator>Aukerul Moin Shuvo</dc:creator>
  <cp:lastModifiedBy>Faiza Mushtari</cp:lastModifiedBy>
  <cp:revision>69</cp:revision>
  <dcterms:created xsi:type="dcterms:W3CDTF">2022-11-07T21:51:48Z</dcterms:created>
  <dcterms:modified xsi:type="dcterms:W3CDTF">2022-11-08T01:39:22Z</dcterms:modified>
</cp:coreProperties>
</file>